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joroge, Patience" userId="43856054-1f6a-4fb2-87d1-c9ebe943de04" providerId="ADAL" clId="{1AE52CAE-5941-4003-85E9-4669DEF86642}"/>
    <pc:docChg chg="custSel modSld">
      <pc:chgData name="Njoroge, Patience" userId="43856054-1f6a-4fb2-87d1-c9ebe943de04" providerId="ADAL" clId="{1AE52CAE-5941-4003-85E9-4669DEF86642}" dt="2026-06-10T22:46:57.301" v="64" actId="20577"/>
      <pc:docMkLst>
        <pc:docMk/>
      </pc:docMkLst>
      <pc:sldChg chg="delSp modSp mod">
        <pc:chgData name="Njoroge, Patience" userId="43856054-1f6a-4fb2-87d1-c9ebe943de04" providerId="ADAL" clId="{1AE52CAE-5941-4003-85E9-4669DEF86642}" dt="2026-06-10T22:46:57.301" v="64" actId="20577"/>
        <pc:sldMkLst>
          <pc:docMk/>
          <pc:sldMk cId="0" sldId="256"/>
        </pc:sldMkLst>
        <pc:spChg chg="del">
          <ac:chgData name="Njoroge, Patience" userId="43856054-1f6a-4fb2-87d1-c9ebe943de04" providerId="ADAL" clId="{1AE52CAE-5941-4003-85E9-4669DEF86642}" dt="2026-06-10T22:45:23.457" v="0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Njoroge, Patience" userId="43856054-1f6a-4fb2-87d1-c9ebe943de04" providerId="ADAL" clId="{1AE52CAE-5941-4003-85E9-4669DEF86642}" dt="2026-06-10T22:45:38.692" v="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Njoroge, Patience" userId="43856054-1f6a-4fb2-87d1-c9ebe943de04" providerId="ADAL" clId="{1AE52CAE-5941-4003-85E9-4669DEF86642}" dt="2026-06-10T22:46:57.301" v="64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56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I'll present a complete end-to-end data engineering pipeline I built over 4 weeks — from CSV ingestion to a live interactive analytics dashboard. Let me walk you through the business problem, the technical approach, and the insights the pipeline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 was a common one in data analytics: we had a rich dataset — 15,000 food delivery orders with 30 variables — but no pipeline to make it actionable. Analysts had to manually reload and re-clean the CSV for every analysis. Key metrics like on-time rate and revenue margin weren't pre-calculated. And there was no way to interactively filter and cross-compare data without writing custom code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source is a public Kaggle dataset: food_delivery_analytics_cleaned.csv. It contains 15,000 records and 30 variables covering the full order lifecycle — from placement through delivery. The dataset is pre-cleaned but still required 150 null values to be handled, plus type casting and derived metric engineering before it was analytically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follows 5 stages. First, we extract from the CSV using pandas with explicit dtype enforcement. Second, we clean — handling 150 null values with median imputation. Third, we transform — engineering 8 derived metrics including delivery delta, revenue margin, and efficiency tier. Fourth, we load into PostgreSQL using a star schema with upsert logic to prevent duplicate loads. Finally, we visualize in Plotly Dash with 6 interactive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uses a star schema with two dimension tables and two fact tables. Dimension tables store reference data — city tier labels and time attributes. The two fact tables are separated by concern: fact_orders handles financials and customer data, while fact_delivery_performance handles operational logistics. Four engineered columns are highlighted in brackets — these don't exist in the raw CSV but were computed in the transformation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transformation stage engineers 8 new columns. The most important are delivery_delta_minutes — which tells us whether an order was early or late — and on_time_flag, which showed that 90.5% of orders in the dataset arrived on time or early. The pipeline also runs 8 data quality checks, 3 of which are marked critical and will halt execution if they fail. The incremental loading uses PostgreSQL's ON CONFLICT DO NOTHING to make the pipeline safe to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 dashboard features 6 interactive charts connected live to PostgreSQL. The sidebar has 4 filter controls — city tier, customer segment, order month, and peak/off-peak toggle — that update all 6 charts and 6 KPI cards simultaneously through Dash callbacks. [Demo the dashboard live here if presenting in person — select Tier 1 Metro and show the charts update.]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produced four actionable findings. First, cancellation is systemic — not geographic — since all three city tiers show the same 13.4% rate. Second, experienced partners are meaningfully more efficient, which informs routing decisions. Third, nearly half of orders are delayed, primarily by minor amounts, suggesting last-mile optimization is the highest ROI improvement. Fourth, revenue is consistent year-round, meaning campaigns should focus on order value rather than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technical challenge was the PostgreSQL foreign key conflict that blocked data loading for most of Week 4. The root cause was using pandas to_sql with if_exists='replace' which destroyed primary keys on dimension tables, making fact table FK references fail. The fix was to always run explicit CREATE TABLE DDL before any data load. Other lessons: validate dtypes before loading, build incrementally, and star schemas genuinely reduce dashboard query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this project demonstrates a complete end-to-end data engineering pipeline — from a raw 15,000-row CSV to a live interactive dashboard connected to PostgreSQL. Over 4 weeks I built the proposal, schema, ETL pipeline with quality checks, and the Dash dashboard. The most valuable lesson was that separating concerns — schema creation, data loading, transformation, and visualization — makes pipelines far more debuggable and maintainable. Questions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F20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</a:rPr>
              <a:t>FOOD DELIVERY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</a:rPr>
              <a:t> PIPELINEs to INSIGHTS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Njoroge, Patience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Pipelines to Insights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64008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640080"/>
            <a:ext cx="219456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914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20624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Processed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64008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640080"/>
            <a:ext cx="219456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914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$1.79M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7512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24548" y="267462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24549" y="2724912"/>
            <a:ext cx="2194560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2" y="2926080"/>
            <a:ext cx="211558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224549" y="3703320"/>
            <a:ext cx="2194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4480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pipeline needed to be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Repeatable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required manual reload and re-cleaning for every analysis. No structured database with typed columns or queryable views.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~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Derived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KPIs like on-time rate, revenue margin, and delay severity were not pre-calculated. Every analyst had to re-engineer them from scratch.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Interactive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CSV files in Excel offered no cross-filtering. Managers could not compare cancellation rates across tiers and segments in one view.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food_delivery_analytics_cleaned.csv — 15,000 orders, 30 variables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food_delivery_analytics_cleaned.csv — Kaggle Public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951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per record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07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months covered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73552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319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tier classifications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831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values (3 columns, 1%)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143000"/>
            <a:ext cx="4297680" cy="3474720"/>
          </a:xfrm>
          <a:prstGeom prst="roundRect">
            <a:avLst>
              <a:gd name="adj" fmla="val 3158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Groups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810512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Metadata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order_id, city_tier, order_hour, order_month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322576"/>
            <a:ext cx="256032" cy="25603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249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Logistics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478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distance_km, prep_time, delivery_time, estimated_time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Attributes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990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loyalty_score, premium_flag, customer_rating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346704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Fields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502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order_value, delivery_fee, discount, tip, final_paid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858768"/>
            <a:ext cx="256032" cy="25603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785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Flags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0142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cancellation_flag, delayed_flag, refund_flag, promo_used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ETL from CSV source to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554480" cy="73152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Ingestion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1188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read_csv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Dtype enforcement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audit logging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2423160"/>
            <a:ext cx="1828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18872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188720"/>
            <a:ext cx="1554480" cy="73152"/>
          </a:xfrm>
          <a:prstGeom prst="roundRect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3258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&amp; Impute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2578608"/>
            <a:ext cx="1188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imputation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normalization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removal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2423160"/>
            <a:ext cx="1828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18872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188720"/>
            <a:ext cx="1554480" cy="73152"/>
          </a:xfrm>
          <a:prstGeom prst="roundRect">
            <a:avLst/>
          </a:prstGeom>
          <a:solidFill>
            <a:srgbClr val="34D399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13258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Metrics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2578608"/>
            <a:ext cx="1188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engineered columns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layers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 (8)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2423160"/>
            <a:ext cx="1828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118872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1188720"/>
            <a:ext cx="1554480" cy="73152"/>
          </a:xfrm>
          <a:prstGeom prst="roundRect">
            <a:avLst/>
          </a:prstGeom>
          <a:solidFill>
            <a:srgbClr val="A78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035040" y="132588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7784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0" y="2578608"/>
            <a:ext cx="1188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(4 tables)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 strategy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integrity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2423160"/>
            <a:ext cx="1828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118872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23760" y="1188720"/>
            <a:ext cx="1554480" cy="73152"/>
          </a:xfrm>
          <a:prstGeom prst="roundRect">
            <a:avLst/>
          </a:prstGeom>
          <a:solidFill>
            <a:srgbClr val="F87171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132588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1520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06640" y="2578608"/>
            <a:ext cx="1188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interactive charts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filter controls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 cards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Python 3.11  •  pandas  •  SQLAlchemy  •  PostgreSQL  •  Plotly Dash  •  Jupyter Notebook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— PostgreSQL — 4 tables, 6 indexes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dim_city_tier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city_tier_id 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tier_label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tier_description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</a:rPr>
              <a:t>3 rows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dim_order_time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time_id 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order_hour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order_day_of_week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order_month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is_peak_hour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D399"/>
                </a:solidFill>
              </a:rPr>
              <a:t>1,727 rows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0" y="1143000"/>
            <a:ext cx="2926080" cy="3657600"/>
          </a:xfrm>
          <a:prstGeom prst="roundRect">
            <a:avLst>
              <a:gd name="adj" fmla="val 3750"/>
            </a:avLst>
          </a:prstGeom>
          <a:solidFill>
            <a:srgbClr val="132035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1143000"/>
            <a:ext cx="2926080" cy="73152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1234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fact_orders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155448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 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city_tier_id 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time_id 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customer_value_segment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revenue_margin  [engineered]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discount_rate_pct  [engineered]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is_peak_hour  [engineered]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cancellation_flag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refund_flag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+ 8 more columns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15,000 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430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43000"/>
            <a:ext cx="2651760" cy="73152"/>
          </a:xfrm>
          <a:prstGeom prst="round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fact_delivery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  PK+FK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delivery_delta_minutes  [eng]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on_time_flag  [engineered]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delay_severity  [engineered]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efficiency_tier  [engineered]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delivery_distance_km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partner_experience_years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delivery_efficiency_score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4206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15,000 rows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1737360"/>
            <a:ext cx="73152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3337560"/>
            <a:ext cx="73152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1737360"/>
            <a:ext cx="0" cy="160020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926080"/>
            <a:ext cx="3657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&amp; Validation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quality checks · incremental loading · full audit logging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Engineered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delivery_delta_minutes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minus estimated delivery time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84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on_time_flag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2860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if delta &lt;= 0 (90.5% of orders)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4780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delay_severity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26791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 / Minor / Moderate / Major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8712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revenue_margin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" y="30723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final_paid minus fees and discounts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3328416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264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discount_rate_pct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" y="34655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as % of order value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372160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is_peak_hour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" y="38587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for hours 11-13 and 18-21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050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efficiency_tier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41248" y="4251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quartile: Low / Below Avg / Above Avg / High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4507992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443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customer_value_segment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1248" y="46451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quartile: Bronze to Platinum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1143000"/>
            <a:ext cx="4206240" cy="2286000"/>
          </a:xfrm>
          <a:prstGeom prst="roundRect">
            <a:avLst>
              <a:gd name="adj" fmla="val 480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Data Quality Checks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737360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691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 &gt;= 14,000  [CRITICAL]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9842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9385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nulls in 10 critical columns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231136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1854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order_id values  [CRITICAL]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78024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4323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validation: 6 numeric fields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724912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26791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city_tier values restricted to {1, 2, 3}  [CRITICAL]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971800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2926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Refund-without-cancellation rate &lt; 5%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21868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172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delivery_time &gt;= preparation_time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465576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4198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completeness: 30 expected columns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356616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5488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Loading Strategy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54880" y="3977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... ON CONFLICT DO NOTHING keyed on order_id (UUID). Re-running the pipeline skips already-loaded records without creating duplicates. In a live scenario, only records newer than MAX(order_date) would be extracted.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 · PostgreSQL · http://127.0.0.1:8050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06040" cy="54864"/>
          </a:xfrm>
          <a:prstGeom prst="round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Rate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City Tier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~13% across all 3 tiers — systemic issue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606040" cy="54864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16916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Line Chart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55848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~$150K/month across all 12 months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2606040" cy="54864"/>
          </a:xfrm>
          <a:prstGeom prst="round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Severity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36208" y="16916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36208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52.2% on time · 38.3% minor delay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63240"/>
            <a:ext cx="2606040" cy="54864"/>
          </a:xfrm>
          <a:prstGeom prst="round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Efficiency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Experience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36118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upward trend: 47 → 71 over 15 years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63240"/>
            <a:ext cx="2606040" cy="54864"/>
          </a:xfrm>
          <a:prstGeom prst="round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Hour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36118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(peak hi-lit)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55848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demand across 24hrs; peaks highlighted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30632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63240"/>
            <a:ext cx="2606040" cy="54864"/>
          </a:xfrm>
          <a:prstGeom prst="round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Score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Tier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36118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36208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tiers cluster 50-70; normal distribution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709160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0F204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7365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Active Filters:  City Tier  •  Customer Segment  •  Order Month  •  Peak/Off-Peak Hour  —  All update 6 charts simultaneously via Dash callbacks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pipeline revealed — actionable findings for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77640" cy="64008"/>
          </a:xfrm>
          <a:prstGeom prst="roundRect">
            <a:avLst/>
          </a:prstGeom>
          <a:solidFill>
            <a:srgbClr val="F87171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252728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Is Systemic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2070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3 city tiers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167335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tiers show nearly identical 13.2-13.6% cancellation rates. This rules out geography as the cause and points to systemic factors — preparation time variance, pricing mismatches, or demand forecasting errors.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3703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Audit kitchen preparation time outliers first.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3977640" cy="64008"/>
          </a:xfrm>
          <a:prstGeom prst="roundRect">
            <a:avLst/>
          </a:prstGeom>
          <a:solidFill>
            <a:srgbClr val="34D399"/>
          </a:solidFill>
          <a:ln/>
        </p:spPr>
      </p:sp>
      <p:sp>
        <p:nvSpPr>
          <p:cNvPr id="16" name="Shape 14"/>
          <p:cNvSpPr/>
          <p:nvPr/>
        </p:nvSpPr>
        <p:spPr>
          <a:xfrm>
            <a:off x="4773168" y="1252728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Drives Efficiency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0" y="12070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+51%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0664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gain over 15 years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00600" y="167335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partner efficiency rises linearly from 47 at 1 year of experience to 71 at 15 years. The relationship is consistent and strong enough to inform routing decisions.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441448"/>
            <a:ext cx="3703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Route high-value orders to experienced partners.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08960"/>
            <a:ext cx="3977640" cy="64008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" y="3218688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Delivery Needs 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1729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47.8%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108960" y="3520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orders are delayed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2920" y="363931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52.2% of orders arrive on time or early. 38.3% have minor delays (under 10 min) and 9.47% have moderate delays. Last-mile logistics optimization has clear headroom.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407408"/>
            <a:ext cx="3703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805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Investigate minor delay root causes — traffic or prep time.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10896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108960"/>
            <a:ext cx="3977640" cy="64008"/>
          </a:xfrm>
          <a:prstGeom prst="roundRect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3218688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Stable Year-Round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31729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$1.79M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06640" y="3520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— consistent monthly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00600" y="363931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is flat at approximately $150K with no seasonal spikes. This indicates the platform has consistent demand rather than event-driven volume.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4407408"/>
            <a:ext cx="3703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4805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Focus marketing on increasing order value, not order frequency.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wrong, what was solved, what would be done differently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61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Foreign Key Conflicts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to_sql with if_exists='replace' dropped and recreated dimension tables without primary keys, breaking all FK constraints. Required separating schema creation from data loading.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23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 Integer Columns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68833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Forcing int dtype on read_csv crashed when columns contained nulls. Solution: use pandas nullable Int64 type and cast after load.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Type Mismatch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4564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expected UUID type but pandas stored order_id as text. Required explicit ::uuid cast in the upsert SQL query.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Callback Not Firing on 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2245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were empty on initial load because no filter was selected. Fixed by ensuring default state triggers the update_all callback.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71907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schema creation from data loading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must run with explicit constraints before any to_sql call. Never rely on to_sql to create tables that require PKs or FKs.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2487168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432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data types before loading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26883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df.dtypes and checking for nullable columns before building any SQL load saved significant debugging time downstream.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37760" y="3255264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incrementally, test at each step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456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each pipeline stage independently (extract, clean, transform, load) made root-cause analysis much faster when issues arose.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402336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39684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schemas simplify dashboard queries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4224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Pre-joining and pre-aggregating data into a star schema reduced Dash query complexity significantly and improved dashboard load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— Weeks 1 to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Njoroge, Patience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Pipelines to Insights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457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Completed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100584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0058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143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Proposal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69164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6916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828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Docs + ER Diagram + Load Script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37744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3774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 + Quality Framework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06324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3063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A78BFA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74904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0F20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37490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87171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Presentation + GitHub Repo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4526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2188</Words>
  <Application>Microsoft Office PowerPoint</Application>
  <PresentationFormat>On-screen Show (16:9)</PresentationFormat>
  <Paragraphs>265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Analytics Pipeline — Final Presentation</dc:title>
  <dc:subject>PptxGenJS Presentation</dc:subject>
  <dc:creator>Njoroge, Patience</dc:creator>
  <cp:lastModifiedBy>Njoroge, Patience</cp:lastModifiedBy>
  <cp:revision>4</cp:revision>
  <dcterms:created xsi:type="dcterms:W3CDTF">2026-06-10T11:06:53Z</dcterms:created>
  <dcterms:modified xsi:type="dcterms:W3CDTF">2026-06-10T22:47:05Z</dcterms:modified>
</cp:coreProperties>
</file>